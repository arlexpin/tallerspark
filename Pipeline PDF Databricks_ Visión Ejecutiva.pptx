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8288000" cy="10287000"/>
  <p:notesSz cx="10287000" cy="1828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8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88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79-ce62-8836-8000-00009dcb111e.png?kimi-sig=nqs9vf0maeNT55NscF4xNTQiuZeIeURtJsLnr7qGdX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ACC86DF-B282-943E-709B-8A2E5A6B1665}"/>
              </a:ext>
            </a:extLst>
          </p:cNvPr>
          <p:cNvSpPr/>
          <p:nvPr/>
        </p:nvSpPr>
        <p:spPr>
          <a:xfrm>
            <a:off x="15806057" y="9345386"/>
            <a:ext cx="1538514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EA1C8B1-8991-E44C-4830-FDB5F56F9583}"/>
              </a:ext>
            </a:extLst>
          </p:cNvPr>
          <p:cNvSpPr/>
          <p:nvPr/>
        </p:nvSpPr>
        <p:spPr>
          <a:xfrm>
            <a:off x="593765" y="4981203"/>
            <a:ext cx="7705107" cy="1045523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5A1C471-A514-E9C2-F0C3-0C9DF3BD5EEA}"/>
              </a:ext>
            </a:extLst>
          </p:cNvPr>
          <p:cNvSpPr/>
          <p:nvPr/>
        </p:nvSpPr>
        <p:spPr>
          <a:xfrm>
            <a:off x="6024748" y="4371603"/>
            <a:ext cx="639289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7" name="Imagen 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9E3CE25-0FEE-2141-D7D4-CC07CFA17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013372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7f-12e2-8a3a-8000-000065b54f2a.png?kimi-sig=S95Xf9jyZMucoqfZAPdVcl-39j4WAlepGs7j5nqzG3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2DB2E38-FB5D-007F-C899-8B1FFF3F5401}"/>
              </a:ext>
            </a:extLst>
          </p:cNvPr>
          <p:cNvSpPr/>
          <p:nvPr/>
        </p:nvSpPr>
        <p:spPr>
          <a:xfrm>
            <a:off x="15660914" y="9330872"/>
            <a:ext cx="1712686" cy="609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45C5BA0-CF57-1A60-FD35-E0A055160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013372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80-3922-8e5e-8000-000066056011.png?kimi-sig=rCsi1f8ToYvlICTn3sx8iTls56dWfYCB3CkZw3qgYX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E9A8ABA-6AEF-4F5D-FF45-82F90B5B6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950" y="520535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7f-5862-8e06-8000-00001d0c4b62.png?kimi-sig=vXsj03xE5Z4mpcnwBzckQ4_t4Gh-YHb-94cFYIgCdQ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B20DEE7-35A5-D4AB-4641-1D97265546CA}"/>
              </a:ext>
            </a:extLst>
          </p:cNvPr>
          <p:cNvSpPr/>
          <p:nvPr/>
        </p:nvSpPr>
        <p:spPr>
          <a:xfrm>
            <a:off x="15806057" y="9345386"/>
            <a:ext cx="1538514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193AAAF-C53C-B981-2D3A-1BE1C3354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013372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83-f0a2-8b8e-8000-0000ffd9a7ac.png?kimi-sig=1jm4awyuYcdwjdswA-aNIfypJNBCGV4MLlOZjqvtk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D604279-6764-CE34-A027-C2B9CE3D51B2}"/>
              </a:ext>
            </a:extLst>
          </p:cNvPr>
          <p:cNvSpPr/>
          <p:nvPr/>
        </p:nvSpPr>
        <p:spPr>
          <a:xfrm>
            <a:off x="14514286" y="9345386"/>
            <a:ext cx="2830285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F927B7A-2273-9F15-4385-50D2556F3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013372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7f-f272-8cb9-8000-0000f131c0ca.png?kimi-sig=w6549v4fq2VuRgL-M9DvN6XJDZv6xoulcU-MMou8to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E42D2DB-3993-092B-F862-7CAFD1FD80A5}"/>
              </a:ext>
            </a:extLst>
          </p:cNvPr>
          <p:cNvSpPr/>
          <p:nvPr/>
        </p:nvSpPr>
        <p:spPr>
          <a:xfrm>
            <a:off x="15806057" y="9345386"/>
            <a:ext cx="1538514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9B4290E-0243-3EDB-5518-2E45AC282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013372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89-17f2-8600-8000-0000ad8b0e2d.png?kimi-sig=Zv2RRaztz9LkoyPzQc36l1vwMoOlZRyiC3uq83gPp9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2511D26-CF79-80F1-6A1A-610C5491B043}"/>
              </a:ext>
            </a:extLst>
          </p:cNvPr>
          <p:cNvSpPr/>
          <p:nvPr/>
        </p:nvSpPr>
        <p:spPr>
          <a:xfrm>
            <a:off x="15806057" y="9345386"/>
            <a:ext cx="1538514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49A576E-8FBE-2197-F2D9-E083265F0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013372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b292-49e2-8ac6-8000-00004a2a2fca.png?kimi-sig=H8kDGLncmDS3tQHJPHDZ69QdZhSviNWxerCmuGpvqY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40DD4D8-545F-78BC-166C-62E1392B58E2}"/>
              </a:ext>
            </a:extLst>
          </p:cNvPr>
          <p:cNvSpPr/>
          <p:nvPr/>
        </p:nvSpPr>
        <p:spPr>
          <a:xfrm>
            <a:off x="15806057" y="9345386"/>
            <a:ext cx="1538514" cy="609600"/>
          </a:xfrm>
          <a:prstGeom prst="roundRect">
            <a:avLst/>
          </a:prstGeom>
          <a:solidFill>
            <a:srgbClr val="F3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EC14ECE-E48B-F1D4-C48E-C536E3744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9350" y="9230410"/>
            <a:ext cx="1868644" cy="7245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</Words>
  <Application>Microsoft Office PowerPoint</Application>
  <PresentationFormat>Personalizado</PresentationFormat>
  <Paragraphs>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PDF Databricks: Visión Ejecutiva</dc:title>
  <dc:subject>Pipeline PDF Databricks: Visión Ejecutiva</dc:subject>
  <dc:creator>Kimi</dc:creator>
  <cp:lastModifiedBy>Arlex Pino Aguirre</cp:lastModifiedBy>
  <cp:revision>3</cp:revision>
  <dcterms:created xsi:type="dcterms:W3CDTF">2025-12-23T12:28:28Z</dcterms:created>
  <dcterms:modified xsi:type="dcterms:W3CDTF">2025-12-23T12:53:08Z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{"Label":"Pipeline PDF Databricks: Visión Ejecutiva","ContentProducer":"001191110108MACG2KBH8F10000","ProduceID":"19b4b275-1ec2-8ef9-8000-00004ece1889","ReservedCode1":"","ContentPropagator":"001191110108MACG2KBH8F20000","PropagateID":"19b4b275-1ec2-8ef9-8000-00004ece1889","ReservedCode2":""}</vt:lpwstr>
  </property>
</Properties>
</file>